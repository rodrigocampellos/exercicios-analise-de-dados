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</a:t>
            </a:r>
            <a:r>
              <a:rPr b="0" lang="pt-BR" sz="3200" spc="-1" strike="noStrike">
                <a:latin typeface="Arial"/>
              </a:rPr>
              <a:t>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F637A692-A541-4BF7-8597-7B77141C3C85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Relatório Rodrigo Campello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3200" spc="-1" strike="noStrike">
                <a:latin typeface="Arial"/>
              </a:rPr>
              <a:t>Exercícios pyroot</a:t>
            </a:r>
            <a:endParaRPr b="0" lang="pt-BR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Preparando o ambiente</a:t>
            </a:r>
            <a:endParaRPr b="0" lang="pt-BR" sz="4400" spc="-1" strike="noStrike"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3087360" y="1823400"/>
            <a:ext cx="3895200" cy="1704600"/>
          </a:xfrm>
          <a:prstGeom prst="rect">
            <a:avLst/>
          </a:prstGeom>
          <a:ln>
            <a:noFill/>
          </a:ln>
        </p:spPr>
      </p:pic>
      <p:sp>
        <p:nvSpPr>
          <p:cNvPr id="45" name="TextShape 2"/>
          <p:cNvSpPr txBox="1"/>
          <p:nvPr/>
        </p:nvSpPr>
        <p:spPr>
          <a:xfrm>
            <a:off x="504360" y="29520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3200" spc="-1" strike="noStrike">
                <a:latin typeface="Arial"/>
              </a:rPr>
              <a:t>Para a realização dos exercícios é necessário importar as bibliotecas do root e math para o python.</a:t>
            </a:r>
            <a:endParaRPr b="0" lang="pt-BR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  <a:ea typeface="Noto Sans CJK SC"/>
              </a:rPr>
              <a:t>Exercício 1</a:t>
            </a:r>
            <a:br/>
            <a:r>
              <a:rPr b="0" lang="pt-BR" sz="1000" spc="-1" strike="noStrike">
                <a:latin typeface="Arial"/>
              </a:rPr>
              <a:t>”Revise the script to draw the chi2 histogram with error bars”</a:t>
            </a:r>
            <a:endParaRPr b="0" lang="pt-BR" sz="100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584000" y="1944000"/>
            <a:ext cx="6677280" cy="1837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865880" y="792000"/>
            <a:ext cx="6342120" cy="3818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2113920" y="1326600"/>
            <a:ext cx="5851080" cy="3288240"/>
          </a:xfrm>
          <a:prstGeom prst="rect">
            <a:avLst/>
          </a:prstGeom>
          <a:ln>
            <a:noFill/>
          </a:ln>
        </p:spPr>
      </p:pic>
      <p:sp>
        <p:nvSpPr>
          <p:cNvPr id="50" name="TextShape 1"/>
          <p:cNvSpPr txBox="1"/>
          <p:nvPr/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  <a:ea typeface="Noto Sans CJK SC"/>
              </a:rPr>
              <a:t>Exercício 2</a:t>
            </a:r>
            <a:br/>
            <a:r>
              <a:rPr b="0" lang="pt-BR" sz="1000" spc="-1" strike="noStrike">
                <a:latin typeface="Arial"/>
                <a:ea typeface="Noto Sans CJK SC"/>
              </a:rPr>
              <a:t>”Revise the scrip to create, fille and display an additional histogram of the variable ebeam(with error bars and axis labels).”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118600" y="1326600"/>
            <a:ext cx="5842080" cy="3288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2761920" y="1326600"/>
            <a:ext cx="4555080" cy="3288240"/>
          </a:xfrm>
          <a:prstGeom prst="rect">
            <a:avLst/>
          </a:prstGeom>
          <a:ln>
            <a:noFill/>
          </a:ln>
        </p:spPr>
      </p:pic>
      <p:sp>
        <p:nvSpPr>
          <p:cNvPr id="53" name="TextShape 1"/>
          <p:cNvSpPr txBox="1"/>
          <p:nvPr/>
        </p:nvSpPr>
        <p:spPr>
          <a:xfrm>
            <a:off x="504720" y="2268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  <a:ea typeface="Noto Sans CJK SC"/>
              </a:rPr>
              <a:t>Exercício 3</a:t>
            </a:r>
            <a:br/>
            <a:r>
              <a:rPr b="0" lang="pt-BR" sz="1000" spc="-1" strike="noStrike">
                <a:latin typeface="Arial"/>
                <a:ea typeface="Noto Sans CJK SC"/>
              </a:rPr>
              <a:t>”Fit the ebeamhistogram to a gaussian distribution.”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1440000" y="1160640"/>
            <a:ext cx="7410240" cy="4239360"/>
          </a:xfrm>
          <a:prstGeom prst="rect">
            <a:avLst/>
          </a:prstGeom>
          <a:ln>
            <a:noFill/>
          </a:ln>
        </p:spPr>
      </p:pic>
      <p:sp>
        <p:nvSpPr>
          <p:cNvPr id="55" name="TextShape 1"/>
          <p:cNvSpPr txBox="1"/>
          <p:nvPr/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  <a:ea typeface="Noto Sans CJK SC"/>
              </a:rPr>
              <a:t>Exercício 4</a:t>
            </a:r>
            <a:br/>
            <a:r>
              <a:rPr b="0" lang="pt-BR" sz="1000" spc="-1" strike="noStrike">
                <a:latin typeface="Arial"/>
              </a:rPr>
              <a:t>”Revise the script to draw the chi2 histogram with error bars”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503640" y="1755720"/>
            <a:ext cx="9071640" cy="2429640"/>
          </a:xfrm>
          <a:prstGeom prst="rect">
            <a:avLst/>
          </a:prstGeom>
          <a:ln>
            <a:noFill/>
          </a:ln>
        </p:spPr>
      </p:pic>
      <p:sp>
        <p:nvSpPr>
          <p:cNvPr id="57" name="TextShape 1"/>
          <p:cNvSpPr txBox="1"/>
          <p:nvPr/>
        </p:nvSpPr>
        <p:spPr>
          <a:xfrm>
            <a:off x="504720" y="2268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  <a:ea typeface="Noto Sans CJK SC"/>
              </a:rPr>
              <a:t>Exercício 5</a:t>
            </a:r>
            <a:br/>
            <a:r>
              <a:rPr b="0" lang="pt-BR" sz="1000" spc="-1" strike="noStrike">
                <a:latin typeface="Arial"/>
                <a:ea typeface="Noto Sans CJK SC"/>
              </a:rPr>
              <a:t>”Calculate pt in an analysis macro and make a histogram of the variable. Tip: pt = sqrt(px*px + py*py)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080000" y="966600"/>
            <a:ext cx="7029360" cy="3929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503640" y="1908720"/>
            <a:ext cx="9071640" cy="2206800"/>
          </a:xfrm>
          <a:prstGeom prst="rect">
            <a:avLst/>
          </a:prstGeom>
          <a:ln>
            <a:noFill/>
          </a:ln>
        </p:spPr>
      </p:pic>
      <p:sp>
        <p:nvSpPr>
          <p:cNvPr id="60" name="TextShape 1"/>
          <p:cNvSpPr txBox="1"/>
          <p:nvPr/>
        </p:nvSpPr>
        <p:spPr>
          <a:xfrm>
            <a:off x="505080" y="22716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400" spc="-1" strike="noStrike">
                <a:latin typeface="Arial"/>
                <a:ea typeface="Noto Sans CJK SC"/>
              </a:rPr>
              <a:t>Exercício 6</a:t>
            </a:r>
            <a:br/>
            <a:r>
              <a:rPr b="0" lang="pt-BR" sz="1000" spc="-1" strike="noStrike">
                <a:latin typeface="Arial"/>
                <a:ea typeface="Noto Sans CJK SC"/>
              </a:rPr>
              <a:t>”Include a histogram of the quantity theta, or the angle that the beam makes with the z-axis.Tip: use this math function ROOT.TMath.ATan(y/x).”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2189160" y="1326600"/>
            <a:ext cx="5700600" cy="3288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626760" y="1326600"/>
            <a:ext cx="8825400" cy="3288240"/>
          </a:xfrm>
          <a:prstGeom prst="rect">
            <a:avLst/>
          </a:prstGeom>
          <a:ln>
            <a:noFill/>
          </a:ln>
        </p:spPr>
      </p:pic>
      <p:sp>
        <p:nvSpPr>
          <p:cNvPr id="63" name="TextShape 1"/>
          <p:cNvSpPr txBox="1"/>
          <p:nvPr/>
        </p:nvSpPr>
        <p:spPr>
          <a:xfrm>
            <a:off x="505440" y="22752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400" spc="-1" strike="noStrike">
                <a:latin typeface="Arial"/>
                <a:ea typeface="Noto Sans CJK SC"/>
              </a:rPr>
              <a:t>Exercício 7</a:t>
            </a:r>
            <a:br/>
            <a:r>
              <a:rPr b="0" lang="pt-BR" sz="1000" spc="-1" strike="noStrike">
                <a:latin typeface="Arial"/>
                <a:ea typeface="Noto Sans CJK SC"/>
              </a:rPr>
              <a:t>”Apply a cut in your analysis macro. Your gooal is to count the number of events for which pz is less than 145 geV, and then display the value. Tip: include the following statement in your wrap-up section: print "The number of events with pz &lt; 145 is", pzCount.”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LibreOffice/6.4.6.2$Linux_X86_64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2020-11-09T15:49:53Z</dcterms:created>
  <dc:creator/>
  <dc:description/>
  <dc:language>pt-BR</dc:language>
  <cp:lastModifiedBy/>
  <dcterms:modified xsi:type="dcterms:W3CDTF">2020-11-10T17:51:30Z</dcterms:modified>
  <cp:revision>2</cp:revision>
  <dc:subject/>
  <dc:title/>
</cp:coreProperties>
</file>